
<file path=[Content_Types].xml><?xml version="1.0" encoding="utf-8"?>
<Types xmlns="http://schemas.openxmlformats.org/package/2006/content-types">
  <Default Extension="jpeg" ContentType="image/jpe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e Vietnam" panose="0000050000000000000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Malgun Gothic" panose="020B0503020000020004" charset="-12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5.png"/><Relationship Id="rId7" Type="http://schemas.openxmlformats.org/officeDocument/2006/relationships/image" Target="../media/image3.svg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15.svg"/><Relationship Id="rId31" Type="http://schemas.openxmlformats.org/officeDocument/2006/relationships/image" Target="../media/image17.png"/><Relationship Id="rId30" Type="http://schemas.openxmlformats.org/officeDocument/2006/relationships/image" Target="../media/image14.svg"/><Relationship Id="rId3" Type="http://schemas.openxmlformats.org/officeDocument/2006/relationships/image" Target="../media/image1.svg"/><Relationship Id="rId29" Type="http://schemas.openxmlformats.org/officeDocument/2006/relationships/image" Target="../media/image16.png"/><Relationship Id="rId28" Type="http://schemas.openxmlformats.org/officeDocument/2006/relationships/image" Target="../media/image15.jpeg"/><Relationship Id="rId27" Type="http://schemas.openxmlformats.org/officeDocument/2006/relationships/image" Target="../media/image13.svg"/><Relationship Id="rId26" Type="http://schemas.openxmlformats.org/officeDocument/2006/relationships/image" Target="../media/image14.png"/><Relationship Id="rId25" Type="http://schemas.openxmlformats.org/officeDocument/2006/relationships/image" Target="../media/image12.svg"/><Relationship Id="rId24" Type="http://schemas.openxmlformats.org/officeDocument/2006/relationships/image" Target="../media/image13.png"/><Relationship Id="rId23" Type="http://schemas.openxmlformats.org/officeDocument/2006/relationships/image" Target="../media/image11.svg"/><Relationship Id="rId22" Type="http://schemas.openxmlformats.org/officeDocument/2006/relationships/image" Target="../media/image12.png"/><Relationship Id="rId21" Type="http://schemas.openxmlformats.org/officeDocument/2006/relationships/image" Target="../media/image10.svg"/><Relationship Id="rId20" Type="http://schemas.openxmlformats.org/officeDocument/2006/relationships/image" Target="../media/image11.png"/><Relationship Id="rId2" Type="http://schemas.openxmlformats.org/officeDocument/2006/relationships/image" Target="../media/image2.png"/><Relationship Id="rId19" Type="http://schemas.openxmlformats.org/officeDocument/2006/relationships/image" Target="../media/image9.svg"/><Relationship Id="rId18" Type="http://schemas.openxmlformats.org/officeDocument/2006/relationships/image" Target="../media/image10.png"/><Relationship Id="rId17" Type="http://schemas.openxmlformats.org/officeDocument/2006/relationships/image" Target="../media/image8.svg"/><Relationship Id="rId16" Type="http://schemas.openxmlformats.org/officeDocument/2006/relationships/image" Target="../media/image9.png"/><Relationship Id="rId15" Type="http://schemas.openxmlformats.org/officeDocument/2006/relationships/image" Target="../media/image7.svg"/><Relationship Id="rId14" Type="http://schemas.openxmlformats.org/officeDocument/2006/relationships/image" Target="../media/image8.png"/><Relationship Id="rId13" Type="http://schemas.openxmlformats.org/officeDocument/2006/relationships/image" Target="../media/image6.svg"/><Relationship Id="rId12" Type="http://schemas.openxmlformats.org/officeDocument/2006/relationships/image" Target="../media/image7.png"/><Relationship Id="rId11" Type="http://schemas.openxmlformats.org/officeDocument/2006/relationships/image" Target="../media/image5.svg"/><Relationship Id="rId10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jpe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43" t="-19258" r="-3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917171" y="7767642"/>
            <a:ext cx="2598099" cy="706412"/>
            <a:chOff x="0" y="0"/>
            <a:chExt cx="3464132" cy="941883"/>
          </a:xfrm>
        </p:grpSpPr>
        <p:sp>
          <p:nvSpPr>
            <p:cNvPr id="4" name="Freeform 4"/>
            <p:cNvSpPr/>
            <p:nvPr/>
          </p:nvSpPr>
          <p:spPr>
            <a:xfrm>
              <a:off x="1932806" y="0"/>
              <a:ext cx="243609" cy="242474"/>
            </a:xfrm>
            <a:custGeom>
              <a:avLst/>
              <a:gdLst/>
              <a:ahLst/>
              <a:cxnLst/>
              <a:rect l="l" t="t" r="r" b="b"/>
              <a:pathLst>
                <a:path w="243609" h="242474">
                  <a:moveTo>
                    <a:pt x="0" y="0"/>
                  </a:moveTo>
                  <a:lnTo>
                    <a:pt x="243610" y="0"/>
                  </a:lnTo>
                  <a:lnTo>
                    <a:pt x="243610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9646" t="-364091" r="-627326" b="-466828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42474" cy="242474"/>
            </a:xfrm>
            <a:custGeom>
              <a:avLst/>
              <a:gdLst/>
              <a:ahLst/>
              <a:cxnLst/>
              <a:rect l="l" t="t" r="r" b="b"/>
              <a:pathLst>
                <a:path w="242474" h="242474">
                  <a:moveTo>
                    <a:pt x="0" y="0"/>
                  </a:moveTo>
                  <a:lnTo>
                    <a:pt x="242474" y="0"/>
                  </a:lnTo>
                  <a:lnTo>
                    <a:pt x="242474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9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80485" t="-65189" r="-641579" b="-75687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578210" y="0"/>
              <a:ext cx="241025" cy="242474"/>
            </a:xfrm>
            <a:custGeom>
              <a:avLst/>
              <a:gdLst/>
              <a:ahLst/>
              <a:cxnLst/>
              <a:rect l="l" t="t" r="r" b="b"/>
              <a:pathLst>
                <a:path w="241025" h="242474">
                  <a:moveTo>
                    <a:pt x="0" y="0"/>
                  </a:moveTo>
                  <a:lnTo>
                    <a:pt x="241025" y="0"/>
                  </a:lnTo>
                  <a:lnTo>
                    <a:pt x="241025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09611" t="-109870" r="-248715" b="-34487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31445" y="699409"/>
              <a:ext cx="242474" cy="242474"/>
            </a:xfrm>
            <a:custGeom>
              <a:avLst/>
              <a:gdLst/>
              <a:ahLst/>
              <a:cxnLst/>
              <a:rect l="l" t="t" r="r" b="b"/>
              <a:pathLst>
                <a:path w="242474" h="242474">
                  <a:moveTo>
                    <a:pt x="0" y="0"/>
                  </a:moveTo>
                  <a:lnTo>
                    <a:pt x="242474" y="0"/>
                  </a:lnTo>
                  <a:lnTo>
                    <a:pt x="242474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9999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418215" t="-409371" r="-100471" b="-19568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218897" y="699409"/>
              <a:ext cx="243867" cy="242474"/>
            </a:xfrm>
            <a:custGeom>
              <a:avLst/>
              <a:gdLst/>
              <a:ahLst/>
              <a:cxnLst/>
              <a:rect l="l" t="t" r="r" b="b"/>
              <a:pathLst>
                <a:path w="243867" h="242474">
                  <a:moveTo>
                    <a:pt x="0" y="0"/>
                  </a:moveTo>
                  <a:lnTo>
                    <a:pt x="243868" y="0"/>
                  </a:lnTo>
                  <a:lnTo>
                    <a:pt x="243868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19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257793" t="-73900" r="-184474" b="-51975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42817" y="699409"/>
              <a:ext cx="243147" cy="242474"/>
            </a:xfrm>
            <a:custGeom>
              <a:avLst/>
              <a:gdLst/>
              <a:ahLst/>
              <a:cxnLst/>
              <a:rect l="l" t="t" r="r" b="b"/>
              <a:pathLst>
                <a:path w="243147" h="242474">
                  <a:moveTo>
                    <a:pt x="0" y="0"/>
                  </a:moveTo>
                  <a:lnTo>
                    <a:pt x="243147" y="0"/>
                  </a:lnTo>
                  <a:lnTo>
                    <a:pt x="243147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19999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441939" t="-756287" r="-278410" b="-6542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575714" y="699409"/>
              <a:ext cx="241389" cy="242474"/>
            </a:xfrm>
            <a:custGeom>
              <a:avLst/>
              <a:gdLst/>
              <a:ahLst/>
              <a:cxnLst/>
              <a:rect l="l" t="t" r="r" b="b"/>
              <a:pathLst>
                <a:path w="241389" h="242474">
                  <a:moveTo>
                    <a:pt x="0" y="0"/>
                  </a:moveTo>
                  <a:lnTo>
                    <a:pt x="241388" y="0"/>
                  </a:lnTo>
                  <a:lnTo>
                    <a:pt x="241388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19999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56367" t="-195835" r="-198603" b="-113883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287759" y="699409"/>
              <a:ext cx="241891" cy="242474"/>
            </a:xfrm>
            <a:custGeom>
              <a:avLst/>
              <a:gdLst/>
              <a:ahLst/>
              <a:cxnLst/>
              <a:rect l="l" t="t" r="r" b="b"/>
              <a:pathLst>
                <a:path w="241891" h="242474">
                  <a:moveTo>
                    <a:pt x="0" y="0"/>
                  </a:moveTo>
                  <a:lnTo>
                    <a:pt x="241891" y="0"/>
                  </a:lnTo>
                  <a:lnTo>
                    <a:pt x="241891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19999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-301272" t="-620161" r="-307786" b="-80240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221030" y="0"/>
              <a:ext cx="243102" cy="242474"/>
            </a:xfrm>
            <a:custGeom>
              <a:avLst/>
              <a:gdLst/>
              <a:ahLst/>
              <a:cxnLst/>
              <a:rect l="l" t="t" r="r" b="b"/>
              <a:pathLst>
                <a:path w="243102" h="242474">
                  <a:moveTo>
                    <a:pt x="0" y="0"/>
                  </a:moveTo>
                  <a:lnTo>
                    <a:pt x="243102" y="0"/>
                  </a:lnTo>
                  <a:lnTo>
                    <a:pt x="243102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19999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-602166" t="-212339" r="-320938" b="-286445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644269" y="0"/>
              <a:ext cx="242474" cy="242474"/>
            </a:xfrm>
            <a:custGeom>
              <a:avLst/>
              <a:gdLst/>
              <a:ahLst/>
              <a:cxnLst/>
              <a:rect l="l" t="t" r="r" b="b"/>
              <a:pathLst>
                <a:path w="242474" h="242474">
                  <a:moveTo>
                    <a:pt x="0" y="0"/>
                  </a:moveTo>
                  <a:lnTo>
                    <a:pt x="242473" y="0"/>
                  </a:lnTo>
                  <a:lnTo>
                    <a:pt x="242473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19999"/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-553578" t="-553479" r="-35901" b="-36000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699409"/>
              <a:ext cx="241022" cy="242474"/>
            </a:xfrm>
            <a:custGeom>
              <a:avLst/>
              <a:gdLst/>
              <a:ahLst/>
              <a:cxnLst/>
              <a:rect l="l" t="t" r="r" b="b"/>
              <a:pathLst>
                <a:path w="241022" h="242474">
                  <a:moveTo>
                    <a:pt x="0" y="0"/>
                  </a:moveTo>
                  <a:lnTo>
                    <a:pt x="241022" y="0"/>
                  </a:lnTo>
                  <a:lnTo>
                    <a:pt x="241022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9999"/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-151768" t="-450138" r="-445903" b="-155707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288537" y="0"/>
              <a:ext cx="242474" cy="242474"/>
            </a:xfrm>
            <a:custGeom>
              <a:avLst/>
              <a:gdLst/>
              <a:ahLst/>
              <a:cxnLst/>
              <a:rect l="l" t="t" r="r" b="b"/>
              <a:pathLst>
                <a:path w="242474" h="242474">
                  <a:moveTo>
                    <a:pt x="0" y="0"/>
                  </a:moveTo>
                  <a:lnTo>
                    <a:pt x="242474" y="0"/>
                  </a:lnTo>
                  <a:lnTo>
                    <a:pt x="242474" y="242474"/>
                  </a:lnTo>
                  <a:lnTo>
                    <a:pt x="0" y="24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9999"/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-197783" t="-161240" r="-320986" b="-432058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 rot="-5400000" flipH="1" flipV="1">
            <a:off x="-2146682" y="685574"/>
            <a:ext cx="10287000" cy="8036719"/>
          </a:xfrm>
          <a:custGeom>
            <a:avLst/>
            <a:gdLst/>
            <a:ahLst/>
            <a:cxnLst/>
            <a:rect l="l" t="t" r="r" b="b"/>
            <a:pathLst>
              <a:path w="10287000" h="8036719">
                <a:moveTo>
                  <a:pt x="10287000" y="8036719"/>
                </a:moveTo>
                <a:lnTo>
                  <a:pt x="0" y="8036719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8036719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 rot="0">
            <a:off x="64309" y="1668066"/>
            <a:ext cx="6950869" cy="695086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8"/>
              <a:stretch>
                <a:fillRect t="-8055" b="-8055"/>
              </a:stretch>
            </a:blipFill>
            <a:ln w="285750" cap="sq">
              <a:solidFill>
                <a:srgbClr val="ECA735"/>
              </a:solidFill>
              <a:prstDash val="solid"/>
              <a:miter/>
            </a:ln>
          </p:spPr>
        </p:sp>
      </p:grpSp>
      <p:sp>
        <p:nvSpPr>
          <p:cNvPr id="19" name="Freeform 19"/>
          <p:cNvSpPr/>
          <p:nvPr/>
        </p:nvSpPr>
        <p:spPr>
          <a:xfrm rot="203869" flipH="1">
            <a:off x="11808063" y="1975469"/>
            <a:ext cx="10628155" cy="8701802"/>
          </a:xfrm>
          <a:custGeom>
            <a:avLst/>
            <a:gdLst/>
            <a:ahLst/>
            <a:cxnLst/>
            <a:rect l="l" t="t" r="r" b="b"/>
            <a:pathLst>
              <a:path w="10628155" h="8701802">
                <a:moveTo>
                  <a:pt x="10628154" y="0"/>
                </a:moveTo>
                <a:lnTo>
                  <a:pt x="0" y="0"/>
                </a:lnTo>
                <a:lnTo>
                  <a:pt x="0" y="8701802"/>
                </a:lnTo>
                <a:lnTo>
                  <a:pt x="10628154" y="8701802"/>
                </a:lnTo>
                <a:lnTo>
                  <a:pt x="10628154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>
            <a:off x="17475410" y="-3700005"/>
            <a:ext cx="10339159" cy="8620274"/>
          </a:xfrm>
          <a:custGeom>
            <a:avLst/>
            <a:gdLst/>
            <a:ahLst/>
            <a:cxnLst/>
            <a:rect l="l" t="t" r="r" b="b"/>
            <a:pathLst>
              <a:path w="10339159" h="8620274">
                <a:moveTo>
                  <a:pt x="0" y="0"/>
                </a:moveTo>
                <a:lnTo>
                  <a:pt x="10339159" y="0"/>
                </a:lnTo>
                <a:lnTo>
                  <a:pt x="10339159" y="8620274"/>
                </a:lnTo>
                <a:lnTo>
                  <a:pt x="0" y="862027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181850" y="1421765"/>
            <a:ext cx="12365990" cy="2571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25"/>
              </a:lnSpc>
            </a:pPr>
            <a:r>
              <a:rPr lang="en-US" sz="13625">
                <a:solidFill>
                  <a:srgbClr val="18469A"/>
                </a:solidFill>
                <a:latin typeface="Malgun Gothic" panose="020B0503020000020004" charset="-127"/>
                <a:ea typeface="Malgun Gothic" panose="020B0503020000020004" charset="-127"/>
                <a:cs typeface="League Gothic" panose="00000500000000000000"/>
                <a:sym typeface="League Gothic" panose="00000500000000000000"/>
              </a:rPr>
              <a:t>FUZZY LOGIC</a:t>
            </a:r>
            <a:endParaRPr lang="en-US" sz="13625">
              <a:solidFill>
                <a:srgbClr val="18469A"/>
              </a:solidFill>
              <a:latin typeface="Malgun Gothic" panose="020B0503020000020004" charset="-127"/>
              <a:ea typeface="Malgun Gothic" panose="020B0503020000020004" charset="-127"/>
              <a:cs typeface="League Gothic" panose="00000500000000000000"/>
              <a:sym typeface="League Gothic" panose="00000500000000000000"/>
            </a:endParaRPr>
          </a:p>
          <a:p>
            <a:pPr algn="l">
              <a:lnSpc>
                <a:spcPts val="6425"/>
              </a:lnSpc>
            </a:pPr>
            <a:r>
              <a:rPr lang="en-US" sz="6425">
                <a:solidFill>
                  <a:srgbClr val="18469A"/>
                </a:solidFill>
                <a:latin typeface="Malgun Gothic" panose="020B0503020000020004" charset="-127"/>
                <a:ea typeface="Malgun Gothic" panose="020B0503020000020004" charset="-127"/>
                <a:cs typeface="League Gothic" panose="00000500000000000000"/>
                <a:sym typeface="League Gothic" panose="00000500000000000000"/>
              </a:rPr>
              <a:t>WASHING MACHINE</a:t>
            </a:r>
            <a:endParaRPr lang="en-US" sz="6425">
              <a:solidFill>
                <a:srgbClr val="18469A"/>
              </a:solidFill>
              <a:latin typeface="Malgun Gothic" panose="020B0503020000020004" charset="-127"/>
              <a:ea typeface="Malgun Gothic" panose="020B0503020000020004" charset="-127"/>
              <a:cs typeface="League Gothic" panose="00000500000000000000"/>
              <a:sym typeface="League Gothic" panose="000005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334207" y="4300027"/>
            <a:ext cx="10347017" cy="371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250"/>
              </a:lnSpc>
            </a:pPr>
            <a:r>
              <a:rPr lang="en-US" sz="4100">
                <a:solidFill>
                  <a:srgbClr val="000000"/>
                </a:solidFill>
                <a:latin typeface="Be Vietnam" panose="00000500000000000000"/>
                <a:ea typeface="Be Vietnam" panose="00000500000000000000"/>
                <a:cs typeface="Be Vietnam" panose="00000500000000000000"/>
                <a:sym typeface="Be Vietnam" panose="00000500000000000000"/>
              </a:rPr>
              <a:t>Hà Phương Thảo - 31251024728</a:t>
            </a:r>
            <a:endParaRPr lang="en-US" sz="4100">
              <a:solidFill>
                <a:srgbClr val="000000"/>
              </a:solidFill>
              <a:latin typeface="Be Vietnam" panose="00000500000000000000"/>
              <a:ea typeface="Be Vietnam" panose="00000500000000000000"/>
              <a:cs typeface="Be Vietnam" panose="00000500000000000000"/>
              <a:sym typeface="Be Vietnam" panose="00000500000000000000"/>
            </a:endParaRPr>
          </a:p>
          <a:p>
            <a:pPr algn="just">
              <a:lnSpc>
                <a:spcPts val="10250"/>
              </a:lnSpc>
            </a:pPr>
            <a:r>
              <a:rPr lang="en-US" sz="4100">
                <a:solidFill>
                  <a:srgbClr val="000000"/>
                </a:solidFill>
                <a:latin typeface="Be Vietnam" panose="00000500000000000000"/>
                <a:ea typeface="Be Vietnam" panose="00000500000000000000"/>
                <a:cs typeface="Be Vietnam" panose="00000500000000000000"/>
                <a:sym typeface="Be Vietnam" panose="00000500000000000000"/>
              </a:rPr>
              <a:t>Mai Hồ Quốc Tuý - 31251021457</a:t>
            </a:r>
            <a:endParaRPr lang="en-US" sz="4100">
              <a:solidFill>
                <a:srgbClr val="000000"/>
              </a:solidFill>
              <a:latin typeface="Be Vietnam" panose="00000500000000000000"/>
              <a:ea typeface="Be Vietnam" panose="00000500000000000000"/>
              <a:cs typeface="Be Vietnam" panose="00000500000000000000"/>
              <a:sym typeface="Be Vietnam" panose="00000500000000000000"/>
            </a:endParaRPr>
          </a:p>
          <a:p>
            <a:pPr algn="just">
              <a:lnSpc>
                <a:spcPts val="10250"/>
              </a:lnSpc>
            </a:pPr>
            <a:r>
              <a:rPr lang="en-US" sz="4100">
                <a:solidFill>
                  <a:srgbClr val="000000"/>
                </a:solidFill>
                <a:latin typeface="Be Vietnam" panose="00000500000000000000"/>
                <a:ea typeface="Be Vietnam" panose="00000500000000000000"/>
                <a:cs typeface="Be Vietnam" panose="00000500000000000000"/>
                <a:sym typeface="Be Vietnam" panose="00000500000000000000"/>
              </a:rPr>
              <a:t>Nguyễn Ngọc Khánh Uyên - 31251020225</a:t>
            </a:r>
            <a:endParaRPr lang="en-US" sz="4100">
              <a:solidFill>
                <a:srgbClr val="000000"/>
              </a:solidFill>
              <a:latin typeface="Be Vietnam" panose="00000500000000000000"/>
              <a:ea typeface="Be Vietnam" panose="00000500000000000000"/>
              <a:cs typeface="Be Vietnam" panose="00000500000000000000"/>
              <a:sym typeface="Be Vietnam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0584" y="0"/>
            <a:ext cx="19069168" cy="10654897"/>
          </a:xfrm>
          <a:custGeom>
            <a:avLst/>
            <a:gdLst/>
            <a:ahLst/>
            <a:cxnLst/>
            <a:rect l="l" t="t" r="r" b="b"/>
            <a:pathLst>
              <a:path w="19069168" h="10654897">
                <a:moveTo>
                  <a:pt x="0" y="0"/>
                </a:moveTo>
                <a:lnTo>
                  <a:pt x="19069168" y="0"/>
                </a:lnTo>
                <a:lnTo>
                  <a:pt x="19069168" y="10654897"/>
                </a:lnTo>
                <a:lnTo>
                  <a:pt x="0" y="1065489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5993" y="0"/>
            <a:ext cx="19239987" cy="10767814"/>
          </a:xfrm>
          <a:custGeom>
            <a:avLst/>
            <a:gdLst/>
            <a:ahLst/>
            <a:cxnLst/>
            <a:rect l="l" t="t" r="r" b="b"/>
            <a:pathLst>
              <a:path w="19239987" h="10767814">
                <a:moveTo>
                  <a:pt x="0" y="0"/>
                </a:moveTo>
                <a:lnTo>
                  <a:pt x="19239986" y="0"/>
                </a:lnTo>
                <a:lnTo>
                  <a:pt x="19239986" y="10767814"/>
                </a:lnTo>
                <a:lnTo>
                  <a:pt x="0" y="107678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162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8382" y="0"/>
            <a:ext cx="19111388" cy="10678488"/>
          </a:xfrm>
          <a:custGeom>
            <a:avLst/>
            <a:gdLst/>
            <a:ahLst/>
            <a:cxnLst/>
            <a:rect l="l" t="t" r="r" b="b"/>
            <a:pathLst>
              <a:path w="19111388" h="10678488">
                <a:moveTo>
                  <a:pt x="0" y="0"/>
                </a:moveTo>
                <a:lnTo>
                  <a:pt x="19111388" y="0"/>
                </a:lnTo>
                <a:lnTo>
                  <a:pt x="19111388" y="10678488"/>
                </a:lnTo>
                <a:lnTo>
                  <a:pt x="0" y="1067848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259"/>
            <a:ext cx="19349540" cy="10811555"/>
          </a:xfrm>
          <a:custGeom>
            <a:avLst/>
            <a:gdLst/>
            <a:ahLst/>
            <a:cxnLst/>
            <a:rect l="l" t="t" r="r" b="b"/>
            <a:pathLst>
              <a:path w="19349540" h="10811555">
                <a:moveTo>
                  <a:pt x="0" y="0"/>
                </a:moveTo>
                <a:lnTo>
                  <a:pt x="19349540" y="0"/>
                </a:lnTo>
                <a:lnTo>
                  <a:pt x="19349540" y="10811555"/>
                </a:lnTo>
                <a:lnTo>
                  <a:pt x="0" y="1081155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9190" y="-301056"/>
            <a:ext cx="19488343" cy="10889112"/>
          </a:xfrm>
          <a:custGeom>
            <a:avLst/>
            <a:gdLst/>
            <a:ahLst/>
            <a:cxnLst/>
            <a:rect l="l" t="t" r="r" b="b"/>
            <a:pathLst>
              <a:path w="19488343" h="10889112">
                <a:moveTo>
                  <a:pt x="0" y="0"/>
                </a:moveTo>
                <a:lnTo>
                  <a:pt x="19488343" y="0"/>
                </a:lnTo>
                <a:lnTo>
                  <a:pt x="19488343" y="10889112"/>
                </a:lnTo>
                <a:lnTo>
                  <a:pt x="0" y="1088911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645" y="0"/>
            <a:ext cx="19279290" cy="10772303"/>
          </a:xfrm>
          <a:custGeom>
            <a:avLst/>
            <a:gdLst/>
            <a:ahLst/>
            <a:cxnLst/>
            <a:rect l="l" t="t" r="r" b="b"/>
            <a:pathLst>
              <a:path w="19279290" h="10772303">
                <a:moveTo>
                  <a:pt x="0" y="0"/>
                </a:moveTo>
                <a:lnTo>
                  <a:pt x="19279290" y="0"/>
                </a:lnTo>
                <a:lnTo>
                  <a:pt x="19279290" y="10772303"/>
                </a:lnTo>
                <a:lnTo>
                  <a:pt x="0" y="1077230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0784" y="0"/>
            <a:ext cx="19167143" cy="10709641"/>
          </a:xfrm>
          <a:custGeom>
            <a:avLst/>
            <a:gdLst/>
            <a:ahLst/>
            <a:cxnLst/>
            <a:rect l="l" t="t" r="r" b="b"/>
            <a:pathLst>
              <a:path w="19167143" h="10709641">
                <a:moveTo>
                  <a:pt x="0" y="0"/>
                </a:moveTo>
                <a:lnTo>
                  <a:pt x="19167143" y="0"/>
                </a:lnTo>
                <a:lnTo>
                  <a:pt x="19167143" y="10709641"/>
                </a:lnTo>
                <a:lnTo>
                  <a:pt x="0" y="1070964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7453" y="0"/>
            <a:ext cx="19042907" cy="10640224"/>
          </a:xfrm>
          <a:custGeom>
            <a:avLst/>
            <a:gdLst/>
            <a:ahLst/>
            <a:cxnLst/>
            <a:rect l="l" t="t" r="r" b="b"/>
            <a:pathLst>
              <a:path w="19042907" h="10640224">
                <a:moveTo>
                  <a:pt x="0" y="0"/>
                </a:moveTo>
                <a:lnTo>
                  <a:pt x="19042906" y="0"/>
                </a:lnTo>
                <a:lnTo>
                  <a:pt x="19042906" y="10640224"/>
                </a:lnTo>
                <a:lnTo>
                  <a:pt x="0" y="1064022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6127" y="0"/>
            <a:ext cx="19115122" cy="10680575"/>
          </a:xfrm>
          <a:custGeom>
            <a:avLst/>
            <a:gdLst/>
            <a:ahLst/>
            <a:cxnLst/>
            <a:rect l="l" t="t" r="r" b="b"/>
            <a:pathLst>
              <a:path w="19115122" h="10680575">
                <a:moveTo>
                  <a:pt x="0" y="0"/>
                </a:moveTo>
                <a:lnTo>
                  <a:pt x="19115123" y="0"/>
                </a:lnTo>
                <a:lnTo>
                  <a:pt x="19115123" y="10680575"/>
                </a:lnTo>
                <a:lnTo>
                  <a:pt x="0" y="1068057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2750" y="0"/>
            <a:ext cx="19273501" cy="10769069"/>
          </a:xfrm>
          <a:custGeom>
            <a:avLst/>
            <a:gdLst/>
            <a:ahLst/>
            <a:cxnLst/>
            <a:rect l="l" t="t" r="r" b="b"/>
            <a:pathLst>
              <a:path w="19273501" h="10769069">
                <a:moveTo>
                  <a:pt x="0" y="0"/>
                </a:moveTo>
                <a:lnTo>
                  <a:pt x="19273500" y="0"/>
                </a:lnTo>
                <a:lnTo>
                  <a:pt x="19273500" y="10769069"/>
                </a:lnTo>
                <a:lnTo>
                  <a:pt x="0" y="1076906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64779" y="0"/>
            <a:ext cx="10771728" cy="10287000"/>
          </a:xfrm>
          <a:custGeom>
            <a:avLst/>
            <a:gdLst/>
            <a:ahLst/>
            <a:cxnLst/>
            <a:rect l="l" t="t" r="r" b="b"/>
            <a:pathLst>
              <a:path w="10771728" h="10287000">
                <a:moveTo>
                  <a:pt x="0" y="0"/>
                </a:moveTo>
                <a:lnTo>
                  <a:pt x="10771728" y="0"/>
                </a:lnTo>
                <a:lnTo>
                  <a:pt x="107717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342193"/>
            <a:ext cx="10971387" cy="10971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Presentation</Application>
  <PresentationFormat>On-screen Show (4:3)</PresentationFormat>
  <Paragraphs>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League Gothic</vt:lpstr>
      <vt:lpstr>Segoe Print</vt:lpstr>
      <vt:lpstr>Be Vietnam</vt:lpstr>
      <vt:lpstr>Microsoft YaHei</vt:lpstr>
      <vt:lpstr>Arial Unicode MS</vt:lpstr>
      <vt:lpstr>Calibri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LOGIC washing machine</dc:title>
  <dc:creator/>
  <cp:lastModifiedBy>ASUS</cp:lastModifiedBy>
  <cp:revision>3</cp:revision>
  <dcterms:created xsi:type="dcterms:W3CDTF">2006-08-16T00:00:00Z</dcterms:created>
  <dcterms:modified xsi:type="dcterms:W3CDTF">2026-05-15T15:46:11Z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